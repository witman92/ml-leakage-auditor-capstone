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jpg" ContentType="image/jpg"/>
  <Override PartName="/ppt/media/image3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331" r:id="rId19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Sección predeterminada" id="{C8043C23-E49F-4D38-80B8-BAF543C30EE4}">
          <p14:sldIdLst>
            <p14:sldId id="256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90" d="100"/>
          <a:sy n="90" d="100"/>
        </p:scale>
        <p:origin x="38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EE676-1357-4145-AEA9-FDD66F1F0EE7}" type="datetimeFigureOut">
              <a:rPr lang="es-CL" smtClean="0"/>
              <a:t>26-10-2026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40C98-4115-4418-A3B9-9A103A37F4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5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40C98-4115-4418-A3B9-9A103A37F45E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8067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2525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2525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604000"/>
            <a:ext cx="9143995" cy="253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60363" y="67331"/>
            <a:ext cx="1958403" cy="55335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7012317" cy="6499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3174" y="39528"/>
            <a:ext cx="6692399" cy="1327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0300" y="1543840"/>
            <a:ext cx="11273155" cy="299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2525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6200"/>
            <a:ext cx="12192000" cy="6781801"/>
            <a:chOff x="0" y="406400"/>
            <a:chExt cx="12192000" cy="6452235"/>
          </a:xfrm>
        </p:grpSpPr>
        <p:sp>
          <p:nvSpPr>
            <p:cNvPr id="4" name="object 4"/>
            <p:cNvSpPr/>
            <p:nvPr/>
          </p:nvSpPr>
          <p:spPr>
            <a:xfrm>
              <a:off x="0" y="6565900"/>
              <a:ext cx="12192000" cy="292735"/>
            </a:xfrm>
            <a:custGeom>
              <a:avLst/>
              <a:gdLst/>
              <a:ahLst/>
              <a:cxnLst/>
              <a:rect l="l" t="t" r="r" b="b"/>
              <a:pathLst>
                <a:path w="12192000" h="292734">
                  <a:moveTo>
                    <a:pt x="12191999" y="292199"/>
                  </a:moveTo>
                  <a:lnTo>
                    <a:pt x="0" y="29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921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4400" y="406400"/>
              <a:ext cx="3175000" cy="1014958"/>
            </a:xfrm>
            <a:prstGeom prst="rect">
              <a:avLst/>
            </a:prstGeom>
          </p:spPr>
        </p:pic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D96B64-8645-CE35-DA95-6E4FCA40EA02}"/>
              </a:ext>
            </a:extLst>
          </p:cNvPr>
          <p:cNvSpPr txBox="1"/>
          <p:nvPr/>
        </p:nvSpPr>
        <p:spPr>
          <a:xfrm>
            <a:off x="7223760" y="5551928"/>
            <a:ext cx="4754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Profesor Guía: Francisco Pérez.</a:t>
            </a:r>
          </a:p>
          <a:p>
            <a:r>
              <a:rPr lang="es-CL" b="1" dirty="0"/>
              <a:t>Alumno : Witman Zavala M.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600200"/>
            <a:ext cx="1051560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3800" b="1" i="0">
                <a:solidFill>
                  <a:srgbClr val="333333"/>
                </a:solidFill>
                <a:latin typeface="Calibri"/>
              </a:rPr>
              <a:t>Auditoría híbrida de fuga de datos en pipelines de Machine Learning generados por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4A7AA7"/>
                </a:solidFill>
                <a:latin typeface="Calibri"/>
              </a:rPr>
              <a:t>Detectar, medir y abstenerse: un auditor que combina análisis estático (AST) y ejecución en 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Magíster en Ciencia de Datos · Proyecto Capstone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7568BB-FEF7-9C32-9D39-58FD7EA9F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22992DD-A896-2881-2812-AB9E4CAEB9AA}"/>
              </a:ext>
            </a:extLst>
          </p:cNvPr>
          <p:cNvGrpSpPr/>
          <p:nvPr/>
        </p:nvGrpSpPr>
        <p:grpSpPr>
          <a:xfrm>
            <a:off x="0" y="96901"/>
            <a:ext cx="12192000" cy="6761480"/>
            <a:chOff x="0" y="96901"/>
            <a:chExt cx="12192000" cy="676148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17D5703-D626-A866-2BA6-1B6BA5491A1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6901"/>
              <a:ext cx="4598248" cy="650045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2A48E31-C73E-1485-EC0C-6C8026639AF9}"/>
                </a:ext>
              </a:extLst>
            </p:cNvPr>
            <p:cNvSpPr/>
            <p:nvPr/>
          </p:nvSpPr>
          <p:spPr>
            <a:xfrm>
              <a:off x="0" y="6565900"/>
              <a:ext cx="12192000" cy="292735"/>
            </a:xfrm>
            <a:custGeom>
              <a:avLst/>
              <a:gdLst/>
              <a:ahLst/>
              <a:cxnLst/>
              <a:rect l="l" t="t" r="r" b="b"/>
              <a:pathLst>
                <a:path w="12192000" h="292734">
                  <a:moveTo>
                    <a:pt x="12191999" y="292199"/>
                  </a:moveTo>
                  <a:lnTo>
                    <a:pt x="0" y="29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921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4B36EB0-6559-6054-6B39-C9D5733A25A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83600" y="406400"/>
              <a:ext cx="3060701" cy="863599"/>
            </a:xfrm>
            <a:prstGeom prst="rect">
              <a:avLst/>
            </a:prstGeom>
          </p:spPr>
        </p:pic>
      </p:grp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1CEB785D-DBBB-3A8A-8812-08CFBCBB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7200" y="2717555"/>
            <a:ext cx="6187017" cy="14228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b="1" dirty="0"/>
              <a:t>¡¡Muchas gracias por su atención¡¡</a:t>
            </a:r>
            <a:br>
              <a:rPr lang="es-ES" dirty="0"/>
            </a:br>
            <a:r>
              <a:rPr lang="es-ES" b="1" dirty="0"/>
              <a:t>        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3011263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2246</TotalTime>
  <Words>2678</Words>
  <Application>Microsoft Office PowerPoint</Application>
  <PresentationFormat>Panorámica</PresentationFormat>
  <Paragraphs>255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 MDS 2025 - 4 (ML)</dc:title>
  <dc:creator>WITMAN ZAVALA</dc:creator>
  <cp:lastModifiedBy>Usuario Lenovo</cp:lastModifiedBy>
  <cp:revision>94</cp:revision>
  <dcterms:created xsi:type="dcterms:W3CDTF">2026-01-16T19:28:02Z</dcterms:created>
  <dcterms:modified xsi:type="dcterms:W3CDTF">2026-10-26T14:57:58Z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2026-01-16T00:00:00Z</vt:filetime>
  </property>
</Properties>
</file>